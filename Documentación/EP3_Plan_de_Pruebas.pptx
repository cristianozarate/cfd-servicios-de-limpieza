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8" d="100"/>
          <a:sy n="148" d="100"/>
        </p:scale>
        <p:origin x="53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ya kawa" userId="1040dc8ff0749340" providerId="LiveId" clId="{1F944149-A950-47A0-9619-2A7724F2C948}"/>
    <pc:docChg chg="undo custSel delSld modSld">
      <pc:chgData name="haya kawa" userId="1040dc8ff0749340" providerId="LiveId" clId="{1F944149-A950-47A0-9619-2A7724F2C948}" dt="2026-06-18T02:39:53.195" v="40" actId="478"/>
      <pc:docMkLst>
        <pc:docMk/>
      </pc:docMkLst>
      <pc:sldChg chg="delSp modSp mod">
        <pc:chgData name="haya kawa" userId="1040dc8ff0749340" providerId="LiveId" clId="{1F944149-A950-47A0-9619-2A7724F2C948}" dt="2026-06-18T02:39:27.646" v="38" actId="14100"/>
        <pc:sldMkLst>
          <pc:docMk/>
          <pc:sldMk cId="0" sldId="257"/>
        </pc:sldMkLst>
        <pc:spChg chg="mod">
          <ac:chgData name="haya kawa" userId="1040dc8ff0749340" providerId="LiveId" clId="{1F944149-A950-47A0-9619-2A7724F2C948}" dt="2026-06-18T02:39:27.646" v="38" actId="14100"/>
          <ac:spMkLst>
            <pc:docMk/>
            <pc:sldMk cId="0" sldId="257"/>
            <ac:spMk id="2" creationId="{00000000-0000-0000-0000-000000000000}"/>
          </ac:spMkLst>
        </pc:spChg>
        <pc:spChg chg="mod">
          <ac:chgData name="haya kawa" userId="1040dc8ff0749340" providerId="LiveId" clId="{1F944149-A950-47A0-9619-2A7724F2C948}" dt="2026-06-18T02:38:58.355" v="35" actId="1076"/>
          <ac:spMkLst>
            <pc:docMk/>
            <pc:sldMk cId="0" sldId="257"/>
            <ac:spMk id="3" creationId="{00000000-0000-0000-0000-000000000000}"/>
          </ac:spMkLst>
        </pc:spChg>
        <pc:spChg chg="mod">
          <ac:chgData name="haya kawa" userId="1040dc8ff0749340" providerId="LiveId" clId="{1F944149-A950-47A0-9619-2A7724F2C948}" dt="2026-06-18T02:38:58.355" v="35" actId="1076"/>
          <ac:spMkLst>
            <pc:docMk/>
            <pc:sldMk cId="0" sldId="257"/>
            <ac:spMk id="4" creationId="{00000000-0000-0000-0000-000000000000}"/>
          </ac:spMkLst>
        </pc:spChg>
        <pc:spChg chg="mod">
          <ac:chgData name="haya kawa" userId="1040dc8ff0749340" providerId="LiveId" clId="{1F944149-A950-47A0-9619-2A7724F2C948}" dt="2026-06-18T02:38:58.355" v="35" actId="1076"/>
          <ac:spMkLst>
            <pc:docMk/>
            <pc:sldMk cId="0" sldId="257"/>
            <ac:spMk id="6" creationId="{00000000-0000-0000-0000-000000000000}"/>
          </ac:spMkLst>
        </pc:spChg>
        <pc:spChg chg="mod">
          <ac:chgData name="haya kawa" userId="1040dc8ff0749340" providerId="LiveId" clId="{1F944149-A950-47A0-9619-2A7724F2C948}" dt="2026-06-18T02:38:58.355" v="35" actId="1076"/>
          <ac:spMkLst>
            <pc:docMk/>
            <pc:sldMk cId="0" sldId="257"/>
            <ac:spMk id="8" creationId="{00000000-0000-0000-0000-000000000000}"/>
          </ac:spMkLst>
        </pc:spChg>
        <pc:spChg chg="mod">
          <ac:chgData name="haya kawa" userId="1040dc8ff0749340" providerId="LiveId" clId="{1F944149-A950-47A0-9619-2A7724F2C948}" dt="2026-06-18T02:38:58.355" v="35" actId="1076"/>
          <ac:spMkLst>
            <pc:docMk/>
            <pc:sldMk cId="0" sldId="257"/>
            <ac:spMk id="9" creationId="{00000000-0000-0000-0000-000000000000}"/>
          </ac:spMkLst>
        </pc:spChg>
        <pc:spChg chg="mod">
          <ac:chgData name="haya kawa" userId="1040dc8ff0749340" providerId="LiveId" clId="{1F944149-A950-47A0-9619-2A7724F2C948}" dt="2026-06-18T02:38:58.355" v="35" actId="1076"/>
          <ac:spMkLst>
            <pc:docMk/>
            <pc:sldMk cId="0" sldId="257"/>
            <ac:spMk id="14" creationId="{00000000-0000-0000-0000-000000000000}"/>
          </ac:spMkLst>
        </pc:spChg>
        <pc:spChg chg="mod">
          <ac:chgData name="haya kawa" userId="1040dc8ff0749340" providerId="LiveId" clId="{1F944149-A950-47A0-9619-2A7724F2C948}" dt="2026-06-18T02:38:58.355" v="35" actId="1076"/>
          <ac:spMkLst>
            <pc:docMk/>
            <pc:sldMk cId="0" sldId="257"/>
            <ac:spMk id="18" creationId="{00000000-0000-0000-0000-000000000000}"/>
          </ac:spMkLst>
        </pc:spChg>
        <pc:spChg chg="mod">
          <ac:chgData name="haya kawa" userId="1040dc8ff0749340" providerId="LiveId" clId="{1F944149-A950-47A0-9619-2A7724F2C948}" dt="2026-06-18T02:38:58.355" v="35" actId="1076"/>
          <ac:spMkLst>
            <pc:docMk/>
            <pc:sldMk cId="0" sldId="257"/>
            <ac:spMk id="21" creationId="{00000000-0000-0000-0000-000000000000}"/>
          </ac:spMkLst>
        </pc:spChg>
        <pc:spChg chg="mod">
          <ac:chgData name="haya kawa" userId="1040dc8ff0749340" providerId="LiveId" clId="{1F944149-A950-47A0-9619-2A7724F2C948}" dt="2026-06-18T02:38:58.355" v="35" actId="1076"/>
          <ac:spMkLst>
            <pc:docMk/>
            <pc:sldMk cId="0" sldId="257"/>
            <ac:spMk id="22" creationId="{00000000-0000-0000-0000-000000000000}"/>
          </ac:spMkLst>
        </pc:spChg>
        <pc:spChg chg="mod">
          <ac:chgData name="haya kawa" userId="1040dc8ff0749340" providerId="LiveId" clId="{1F944149-A950-47A0-9619-2A7724F2C948}" dt="2026-06-18T02:38:12.097" v="27"/>
          <ac:spMkLst>
            <pc:docMk/>
            <pc:sldMk cId="0" sldId="257"/>
            <ac:spMk id="23" creationId="{00000000-0000-0000-0000-000000000000}"/>
          </ac:spMkLst>
        </pc:spChg>
        <pc:spChg chg="del mod">
          <ac:chgData name="haya kawa" userId="1040dc8ff0749340" providerId="LiveId" clId="{1F944149-A950-47A0-9619-2A7724F2C948}" dt="2026-06-18T02:38:18.915" v="29" actId="478"/>
          <ac:spMkLst>
            <pc:docMk/>
            <pc:sldMk cId="0" sldId="257"/>
            <ac:spMk id="24" creationId="{00000000-0000-0000-0000-000000000000}"/>
          </ac:spMkLst>
        </pc:spChg>
        <pc:spChg chg="del mod">
          <ac:chgData name="haya kawa" userId="1040dc8ff0749340" providerId="LiveId" clId="{1F944149-A950-47A0-9619-2A7724F2C948}" dt="2026-06-18T02:39:01.710" v="36" actId="478"/>
          <ac:spMkLst>
            <pc:docMk/>
            <pc:sldMk cId="0" sldId="257"/>
            <ac:spMk id="25" creationId="{00000000-0000-0000-0000-000000000000}"/>
          </ac:spMkLst>
        </pc:spChg>
        <pc:spChg chg="del">
          <ac:chgData name="haya kawa" userId="1040dc8ff0749340" providerId="LiveId" clId="{1F944149-A950-47A0-9619-2A7724F2C948}" dt="2026-06-18T02:38:21.545" v="30" actId="478"/>
          <ac:spMkLst>
            <pc:docMk/>
            <pc:sldMk cId="0" sldId="257"/>
            <ac:spMk id="26" creationId="{00000000-0000-0000-0000-000000000000}"/>
          </ac:spMkLst>
        </pc:spChg>
        <pc:spChg chg="del">
          <ac:chgData name="haya kawa" userId="1040dc8ff0749340" providerId="LiveId" clId="{1F944149-A950-47A0-9619-2A7724F2C948}" dt="2026-06-18T02:38:25.873" v="31" actId="478"/>
          <ac:spMkLst>
            <pc:docMk/>
            <pc:sldMk cId="0" sldId="257"/>
            <ac:spMk id="27" creationId="{00000000-0000-0000-0000-000000000000}"/>
          </ac:spMkLst>
        </pc:spChg>
        <pc:spChg chg="del">
          <ac:chgData name="haya kawa" userId="1040dc8ff0749340" providerId="LiveId" clId="{1F944149-A950-47A0-9619-2A7724F2C948}" dt="2026-06-18T02:38:29.167" v="32" actId="478"/>
          <ac:spMkLst>
            <pc:docMk/>
            <pc:sldMk cId="0" sldId="257"/>
            <ac:spMk id="28" creationId="{00000000-0000-0000-0000-000000000000}"/>
          </ac:spMkLst>
        </pc:spChg>
      </pc:sldChg>
      <pc:sldChg chg="delSp modSp mod">
        <pc:chgData name="haya kawa" userId="1040dc8ff0749340" providerId="LiveId" clId="{1F944149-A950-47A0-9619-2A7724F2C948}" dt="2026-06-18T02:32:50.348" v="25" actId="1076"/>
        <pc:sldMkLst>
          <pc:docMk/>
          <pc:sldMk cId="0" sldId="260"/>
        </pc:sldMkLst>
        <pc:spChg chg="mod">
          <ac:chgData name="haya kawa" userId="1040dc8ff0749340" providerId="LiveId" clId="{1F944149-A950-47A0-9619-2A7724F2C948}" dt="2026-06-18T02:31:57.687" v="24" actId="1076"/>
          <ac:spMkLst>
            <pc:docMk/>
            <pc:sldMk cId="0" sldId="260"/>
            <ac:spMk id="2" creationId="{00000000-0000-0000-0000-000000000000}"/>
          </ac:spMkLst>
        </pc:spChg>
        <pc:spChg chg="mod">
          <ac:chgData name="haya kawa" userId="1040dc8ff0749340" providerId="LiveId" clId="{1F944149-A950-47A0-9619-2A7724F2C948}" dt="2026-06-18T02:31:57.687" v="24" actId="1076"/>
          <ac:spMkLst>
            <pc:docMk/>
            <pc:sldMk cId="0" sldId="260"/>
            <ac:spMk id="5" creationId="{00000000-0000-0000-0000-000000000000}"/>
          </ac:spMkLst>
        </pc:spChg>
        <pc:spChg chg="mod">
          <ac:chgData name="haya kawa" userId="1040dc8ff0749340" providerId="LiveId" clId="{1F944149-A950-47A0-9619-2A7724F2C948}" dt="2026-06-18T02:31:57.687" v="24" actId="1076"/>
          <ac:spMkLst>
            <pc:docMk/>
            <pc:sldMk cId="0" sldId="260"/>
            <ac:spMk id="8" creationId="{00000000-0000-0000-0000-000000000000}"/>
          </ac:spMkLst>
        </pc:spChg>
        <pc:spChg chg="mod">
          <ac:chgData name="haya kawa" userId="1040dc8ff0749340" providerId="LiveId" clId="{1F944149-A950-47A0-9619-2A7724F2C948}" dt="2026-06-18T02:32:50.348" v="25" actId="1076"/>
          <ac:spMkLst>
            <pc:docMk/>
            <pc:sldMk cId="0" sldId="260"/>
            <ac:spMk id="10" creationId="{00000000-0000-0000-0000-000000000000}"/>
          </ac:spMkLst>
        </pc:spChg>
        <pc:spChg chg="mod">
          <ac:chgData name="haya kawa" userId="1040dc8ff0749340" providerId="LiveId" clId="{1F944149-A950-47A0-9619-2A7724F2C948}" dt="2026-06-18T02:32:50.348" v="25" actId="1076"/>
          <ac:spMkLst>
            <pc:docMk/>
            <pc:sldMk cId="0" sldId="260"/>
            <ac:spMk id="11" creationId="{00000000-0000-0000-0000-000000000000}"/>
          </ac:spMkLst>
        </pc:spChg>
        <pc:spChg chg="mod">
          <ac:chgData name="haya kawa" userId="1040dc8ff0749340" providerId="LiveId" clId="{1F944149-A950-47A0-9619-2A7724F2C948}" dt="2026-06-18T02:32:50.348" v="25" actId="1076"/>
          <ac:spMkLst>
            <pc:docMk/>
            <pc:sldMk cId="0" sldId="260"/>
            <ac:spMk id="12" creationId="{00000000-0000-0000-0000-000000000000}"/>
          </ac:spMkLst>
        </pc:spChg>
        <pc:spChg chg="mod">
          <ac:chgData name="haya kawa" userId="1040dc8ff0749340" providerId="LiveId" clId="{1F944149-A950-47A0-9619-2A7724F2C948}" dt="2026-06-18T02:32:50.348" v="25" actId="1076"/>
          <ac:spMkLst>
            <pc:docMk/>
            <pc:sldMk cId="0" sldId="260"/>
            <ac:spMk id="13" creationId="{00000000-0000-0000-0000-000000000000}"/>
          </ac:spMkLst>
        </pc:spChg>
        <pc:spChg chg="mod">
          <ac:chgData name="haya kawa" userId="1040dc8ff0749340" providerId="LiveId" clId="{1F944149-A950-47A0-9619-2A7724F2C948}" dt="2026-06-18T02:32:50.348" v="25" actId="1076"/>
          <ac:spMkLst>
            <pc:docMk/>
            <pc:sldMk cId="0" sldId="260"/>
            <ac:spMk id="14" creationId="{00000000-0000-0000-0000-000000000000}"/>
          </ac:spMkLst>
        </pc:spChg>
        <pc:spChg chg="mod">
          <ac:chgData name="haya kawa" userId="1040dc8ff0749340" providerId="LiveId" clId="{1F944149-A950-47A0-9619-2A7724F2C948}" dt="2026-06-18T02:32:50.348" v="25" actId="1076"/>
          <ac:spMkLst>
            <pc:docMk/>
            <pc:sldMk cId="0" sldId="260"/>
            <ac:spMk id="15" creationId="{00000000-0000-0000-0000-000000000000}"/>
          </ac:spMkLst>
        </pc:spChg>
        <pc:spChg chg="mod">
          <ac:chgData name="haya kawa" userId="1040dc8ff0749340" providerId="LiveId" clId="{1F944149-A950-47A0-9619-2A7724F2C948}" dt="2026-06-18T02:32:50.348" v="25" actId="1076"/>
          <ac:spMkLst>
            <pc:docMk/>
            <pc:sldMk cId="0" sldId="260"/>
            <ac:spMk id="16" creationId="{00000000-0000-0000-0000-000000000000}"/>
          </ac:spMkLst>
        </pc:spChg>
        <pc:spChg chg="mod">
          <ac:chgData name="haya kawa" userId="1040dc8ff0749340" providerId="LiveId" clId="{1F944149-A950-47A0-9619-2A7724F2C948}" dt="2026-06-18T02:31:35.857" v="21" actId="1076"/>
          <ac:spMkLst>
            <pc:docMk/>
            <pc:sldMk cId="0" sldId="260"/>
            <ac:spMk id="17" creationId="{00000000-0000-0000-0000-000000000000}"/>
          </ac:spMkLst>
        </pc:spChg>
        <pc:spChg chg="mod">
          <ac:chgData name="haya kawa" userId="1040dc8ff0749340" providerId="LiveId" clId="{1F944149-A950-47A0-9619-2A7724F2C948}" dt="2026-06-18T02:31:57.687" v="24" actId="1076"/>
          <ac:spMkLst>
            <pc:docMk/>
            <pc:sldMk cId="0" sldId="260"/>
            <ac:spMk id="18" creationId="{00000000-0000-0000-0000-000000000000}"/>
          </ac:spMkLst>
        </pc:spChg>
        <pc:spChg chg="mod">
          <ac:chgData name="haya kawa" userId="1040dc8ff0749340" providerId="LiveId" clId="{1F944149-A950-47A0-9619-2A7724F2C948}" dt="2026-06-18T02:31:57.687" v="24" actId="1076"/>
          <ac:spMkLst>
            <pc:docMk/>
            <pc:sldMk cId="0" sldId="260"/>
            <ac:spMk id="19" creationId="{00000000-0000-0000-0000-000000000000}"/>
          </ac:spMkLst>
        </pc:spChg>
        <pc:spChg chg="mod">
          <ac:chgData name="haya kawa" userId="1040dc8ff0749340" providerId="LiveId" clId="{1F944149-A950-47A0-9619-2A7724F2C948}" dt="2026-06-18T02:31:57.687" v="24" actId="1076"/>
          <ac:spMkLst>
            <pc:docMk/>
            <pc:sldMk cId="0" sldId="260"/>
            <ac:spMk id="20" creationId="{00000000-0000-0000-0000-000000000000}"/>
          </ac:spMkLst>
        </pc:spChg>
        <pc:spChg chg="mod">
          <ac:chgData name="haya kawa" userId="1040dc8ff0749340" providerId="LiveId" clId="{1F944149-A950-47A0-9619-2A7724F2C948}" dt="2026-06-18T02:31:28.144" v="19" actId="1076"/>
          <ac:spMkLst>
            <pc:docMk/>
            <pc:sldMk cId="0" sldId="260"/>
            <ac:spMk id="21" creationId="{00000000-0000-0000-0000-000000000000}"/>
          </ac:spMkLst>
        </pc:spChg>
        <pc:spChg chg="mod">
          <ac:chgData name="haya kawa" userId="1040dc8ff0749340" providerId="LiveId" clId="{1F944149-A950-47A0-9619-2A7724F2C948}" dt="2026-06-18T02:31:57.687" v="24" actId="1076"/>
          <ac:spMkLst>
            <pc:docMk/>
            <pc:sldMk cId="0" sldId="260"/>
            <ac:spMk id="22" creationId="{00000000-0000-0000-0000-000000000000}"/>
          </ac:spMkLst>
        </pc:spChg>
        <pc:spChg chg="mod">
          <ac:chgData name="haya kawa" userId="1040dc8ff0749340" providerId="LiveId" clId="{1F944149-A950-47A0-9619-2A7724F2C948}" dt="2026-06-18T02:31:39.949" v="22" actId="1076"/>
          <ac:spMkLst>
            <pc:docMk/>
            <pc:sldMk cId="0" sldId="260"/>
            <ac:spMk id="23" creationId="{00000000-0000-0000-0000-000000000000}"/>
          </ac:spMkLst>
        </pc:spChg>
        <pc:spChg chg="del">
          <ac:chgData name="haya kawa" userId="1040dc8ff0749340" providerId="LiveId" clId="{1F944149-A950-47A0-9619-2A7724F2C948}" dt="2026-06-18T02:29:52.308" v="3" actId="478"/>
          <ac:spMkLst>
            <pc:docMk/>
            <pc:sldMk cId="0" sldId="260"/>
            <ac:spMk id="24" creationId="{00000000-0000-0000-0000-000000000000}"/>
          </ac:spMkLst>
        </pc:spChg>
        <pc:spChg chg="del">
          <ac:chgData name="haya kawa" userId="1040dc8ff0749340" providerId="LiveId" clId="{1F944149-A950-47A0-9619-2A7724F2C948}" dt="2026-06-18T02:29:53.112" v="4" actId="478"/>
          <ac:spMkLst>
            <pc:docMk/>
            <pc:sldMk cId="0" sldId="260"/>
            <ac:spMk id="25" creationId="{00000000-0000-0000-0000-000000000000}"/>
          </ac:spMkLst>
        </pc:spChg>
        <pc:spChg chg="del">
          <ac:chgData name="haya kawa" userId="1040dc8ff0749340" providerId="LiveId" clId="{1F944149-A950-47A0-9619-2A7724F2C948}" dt="2026-06-18T02:30:07.353" v="11" actId="478"/>
          <ac:spMkLst>
            <pc:docMk/>
            <pc:sldMk cId="0" sldId="260"/>
            <ac:spMk id="26" creationId="{00000000-0000-0000-0000-000000000000}"/>
          </ac:spMkLst>
        </pc:spChg>
        <pc:spChg chg="del mod">
          <ac:chgData name="haya kawa" userId="1040dc8ff0749340" providerId="LiveId" clId="{1F944149-A950-47A0-9619-2A7724F2C948}" dt="2026-06-18T02:29:55.376" v="6" actId="478"/>
          <ac:spMkLst>
            <pc:docMk/>
            <pc:sldMk cId="0" sldId="260"/>
            <ac:spMk id="27" creationId="{00000000-0000-0000-0000-000000000000}"/>
          </ac:spMkLst>
        </pc:spChg>
        <pc:spChg chg="del">
          <ac:chgData name="haya kawa" userId="1040dc8ff0749340" providerId="LiveId" clId="{1F944149-A950-47A0-9619-2A7724F2C948}" dt="2026-06-18T02:29:56.538" v="7" actId="478"/>
          <ac:spMkLst>
            <pc:docMk/>
            <pc:sldMk cId="0" sldId="260"/>
            <ac:spMk id="28" creationId="{00000000-0000-0000-0000-000000000000}"/>
          </ac:spMkLst>
        </pc:spChg>
        <pc:spChg chg="mod">
          <ac:chgData name="haya kawa" userId="1040dc8ff0749340" providerId="LiveId" clId="{1F944149-A950-47A0-9619-2A7724F2C948}" dt="2026-06-18T02:30:06.057" v="10" actId="6549"/>
          <ac:spMkLst>
            <pc:docMk/>
            <pc:sldMk cId="0" sldId="260"/>
            <ac:spMk id="29" creationId="{00000000-0000-0000-0000-000000000000}"/>
          </ac:spMkLst>
        </pc:spChg>
        <pc:spChg chg="del mod">
          <ac:chgData name="haya kawa" userId="1040dc8ff0749340" providerId="LiveId" clId="{1F944149-A950-47A0-9619-2A7724F2C948}" dt="2026-06-18T02:29:59.376" v="9" actId="478"/>
          <ac:spMkLst>
            <pc:docMk/>
            <pc:sldMk cId="0" sldId="260"/>
            <ac:spMk id="30" creationId="{00000000-0000-0000-0000-000000000000}"/>
          </ac:spMkLst>
        </pc:spChg>
      </pc:sldChg>
      <pc:sldChg chg="del">
        <pc:chgData name="haya kawa" userId="1040dc8ff0749340" providerId="LiveId" clId="{1F944149-A950-47A0-9619-2A7724F2C948}" dt="2026-06-18T02:37:53.398" v="26" actId="47"/>
        <pc:sldMkLst>
          <pc:docMk/>
          <pc:sldMk cId="0" sldId="265"/>
        </pc:sldMkLst>
      </pc:sldChg>
      <pc:sldChg chg="addSp delSp mod">
        <pc:chgData name="haya kawa" userId="1040dc8ff0749340" providerId="LiveId" clId="{1F944149-A950-47A0-9619-2A7724F2C948}" dt="2026-06-18T02:39:53.195" v="40" actId="478"/>
        <pc:sldMkLst>
          <pc:docMk/>
          <pc:sldMk cId="0" sldId="267"/>
        </pc:sldMkLst>
        <pc:spChg chg="add del">
          <ac:chgData name="haya kawa" userId="1040dc8ff0749340" providerId="LiveId" clId="{1F944149-A950-47A0-9619-2A7724F2C948}" dt="2026-06-18T02:39:53.195" v="40" actId="478"/>
          <ac:spMkLst>
            <pc:docMk/>
            <pc:sldMk cId="0" sldId="267"/>
            <ac:spMk id="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00390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2926080"/>
            <a:ext cx="2926080" cy="2926080"/>
          </a:xfrm>
          <a:prstGeom prst="ellipse">
            <a:avLst/>
          </a:prstGeom>
          <a:solidFill>
            <a:srgbClr val="003D7E">
              <a:alpha val="40000"/>
            </a:srgbClr>
          </a:solidFill>
          <a:ln w="12700">
            <a:solidFill>
              <a:srgbClr val="003D7E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06640" y="-914400"/>
            <a:ext cx="2377440" cy="2377440"/>
          </a:xfrm>
          <a:prstGeom prst="ellipse">
            <a:avLst/>
          </a:prstGeom>
          <a:solidFill>
            <a:srgbClr val="003D5E">
              <a:alpha val="45000"/>
            </a:srgbClr>
          </a:solidFill>
          <a:ln w="12700">
            <a:solidFill>
              <a:srgbClr val="003D5E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D1B35"/>
          </a:solidFill>
          <a:ln w="19050">
            <a:solidFill>
              <a:srgbClr val="C8E600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713232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5544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400" dirty="0">
                <a:solidFill>
                  <a:srgbClr val="C8E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EXPERIENCIA 3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48640" y="19659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Pruebas — CFD Servicios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548640" y="28803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de la solución y su calidad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48640" y="3977640"/>
            <a:ext cx="4023360" cy="658368"/>
          </a:xfrm>
          <a:prstGeom prst="rect">
            <a:avLst/>
          </a:prstGeom>
          <a:solidFill>
            <a:srgbClr val="0D1B35"/>
          </a:solidFill>
          <a:ln w="12700">
            <a:solidFill>
              <a:srgbClr val="003D7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13232" y="406908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Fernando Zárate Martínez
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Líder de Proyecto / Frontend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754880" y="3977640"/>
            <a:ext cx="3840480" cy="658368"/>
          </a:xfrm>
          <a:prstGeom prst="rect">
            <a:avLst/>
          </a:prstGeom>
          <a:solidFill>
            <a:srgbClr val="0D1B35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919472" y="40690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 Avendaño Campos
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Desarrollador Backend / DBA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477316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TPY1101 — Taller Aplicado de Programación  ·  Duoc UC 2026  ·  20 minutos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99640" y="607060"/>
            <a:ext cx="416252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¿De qué hablaremos hoy?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99872" y="1793240"/>
            <a:ext cx="420624" cy="420624"/>
          </a:xfrm>
          <a:prstGeom prst="ellipse">
            <a:avLst/>
          </a:prstGeom>
          <a:solidFill>
            <a:srgbClr val="003D7E"/>
          </a:solidFill>
          <a:ln w="12700">
            <a:solidFill>
              <a:srgbClr val="003D7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9872" y="17932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6800" y="181152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CFD Servicios — recordatorio rápido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99872" y="2360168"/>
            <a:ext cx="420624" cy="420624"/>
          </a:xfrm>
          <a:prstGeom prst="ellipse">
            <a:avLst/>
          </a:prstGeom>
          <a:solidFill>
            <a:srgbClr val="0056B3"/>
          </a:solidFill>
          <a:ln w="12700">
            <a:solidFill>
              <a:srgbClr val="0056B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9872" y="236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66800" y="237845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y alcance del Plan de Pruebas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99872" y="2927096"/>
            <a:ext cx="420624" cy="42062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9872" y="2927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66800" y="294538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Estrategia, herramientas y ambientes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99872" y="3494024"/>
            <a:ext cx="420624" cy="420624"/>
          </a:xfrm>
          <a:prstGeom prst="ellipse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9872" y="34940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66800" y="351231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 de requisitos vs. casos de prueba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797552" y="1793240"/>
            <a:ext cx="420624" cy="42062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97552" y="17932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364480" y="181152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Resultados: 20 casos funcionales + 26 verificaciones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797552" y="2360168"/>
            <a:ext cx="420624" cy="420624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97552" y="236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364480" y="237845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Aspectos destacados de seguridad y datos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797552" y="2927096"/>
            <a:ext cx="420624" cy="420624"/>
          </a:xfrm>
          <a:prstGeom prst="ellipse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97552" y="2927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364480" y="294538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Recordatorio: ¿qué es CFD Servicios?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web Fullstack de agendamiento de servicios de limpieza profesional, que reemplazó el sitio informativo estático por un sistema transaccional.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5603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2057400"/>
            <a:ext cx="548640" cy="548640"/>
          </a:xfrm>
          <a:prstGeom prst="ellipse">
            <a:avLst/>
          </a:prstGeom>
          <a:solidFill>
            <a:srgbClr val="0056B3"/>
          </a:solidFill>
          <a:ln w="12700">
            <a:solidFill>
              <a:srgbClr val="0056B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91840" y="1828800"/>
            <a:ext cx="25603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474720" y="2057400"/>
            <a:ext cx="548640" cy="5486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35040" y="1828800"/>
            <a:ext cx="25603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17920" y="2057400"/>
            <a:ext cx="548640" cy="548640"/>
          </a:xfrm>
          <a:prstGeom prst="ellipse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194560"/>
            <a:ext cx="274320" cy="274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31520" y="27432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31089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+ Vite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Agenda, Login, Registro,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Admin</a:t>
            </a:r>
            <a:endParaRPr lang="en-US" sz="11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1880" y="2194560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474720" y="27432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3474720" y="31089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3 + Java 17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REST, JWT, BCrypt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</a:t>
            </a:r>
            <a:endParaRPr lang="en-US" sz="11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219456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17920" y="27432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6217920" y="31089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(frontend)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Railway (backend + BD)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CI/CD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48640" y="4343400"/>
            <a:ext cx="8046720" cy="502920"/>
          </a:xfrm>
          <a:prstGeom prst="rect">
            <a:avLst/>
          </a:prstGeom>
          <a:solidFill>
            <a:srgbClr val="0D1B35"/>
          </a:solidFill>
          <a:ln w="12700">
            <a:solidFill>
              <a:srgbClr val="0D1B35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548640" y="43434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8E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EP1 y EP2: producto funcional al 100% — 15/15 funcionalidades · 26/26 pruebas aprobadas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y Alcance del Plan de Pruebas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8046720" cy="914400"/>
          </a:xfrm>
          <a:prstGeom prst="rect">
            <a:avLst/>
          </a:prstGeom>
          <a:solidFill>
            <a:srgbClr val="EBF3FF"/>
          </a:solidFill>
          <a:ln w="12700">
            <a:solidFill>
              <a:srgbClr val="D6E4F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14300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que CFD Servicios cumple sus requisitos funcionales y de seguridad en ambos ambientes (local y producción).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2860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Incluido en el alcance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69748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Autenticación: registro, login, logout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3081528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Agendamiento: disponibilidad y reservas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465576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Panel administrativo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384962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Configuración multi-ambiente (.env)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663440" y="22860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del alcance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63440" y="269748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Pruebas de carga / estrés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663440" y="3081528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Auditoría de seguridad formal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63440" y="3465576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Integración con pasarelas de pago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8046720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3434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8E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Documentos: Plan de Pruebas Funcionales (Word) + Planilla de Casos de Prueba (Excel)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25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Estrategia de Pruebas </a:t>
            </a:r>
            <a:r>
              <a:rPr lang="en-US" sz="2800" b="1" dirty="0" err="1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2800" b="1" dirty="0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3 </a:t>
            </a:r>
            <a:r>
              <a:rPr lang="en-US" sz="2800" b="1" dirty="0" err="1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45540"/>
            <a:ext cx="19659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88720" y="1374140"/>
            <a:ext cx="685800" cy="685800"/>
          </a:xfrm>
          <a:prstGeom prst="ellipse">
            <a:avLst/>
          </a:prstGeom>
          <a:solidFill>
            <a:srgbClr val="0056B3"/>
          </a:solidFill>
          <a:ln w="12700">
            <a:solidFill>
              <a:srgbClr val="0056B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0" y="13741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21513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Unitarias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590292"/>
            <a:ext cx="1691640" cy="384048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590292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56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JUnit 5 + Mockito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" y="306578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 de negocio aislada (ReservaService, DisponibilidadService)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55670" y="1122680"/>
            <a:ext cx="19659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 dirty="0"/>
          </a:p>
        </p:txBody>
      </p:sp>
      <p:sp>
        <p:nvSpPr>
          <p:cNvPr id="11" name="Shape 9"/>
          <p:cNvSpPr/>
          <p:nvPr/>
        </p:nvSpPr>
        <p:spPr>
          <a:xfrm>
            <a:off x="4095750" y="1351280"/>
            <a:ext cx="685800" cy="68580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95750" y="1351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547110" y="21285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592830" y="2567432"/>
            <a:ext cx="1691640" cy="384048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92830" y="2567432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Postman + Swagger UI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592830" y="304292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endpoints REST con códigos HTTP esperados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18580" y="1122680"/>
            <a:ext cx="19659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063740" y="1424432"/>
            <a:ext cx="685800" cy="685800"/>
          </a:xfrm>
          <a:prstGeom prst="ellipse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3740" y="1429766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555740" y="219252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 err="1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555740" y="2597150"/>
            <a:ext cx="1691640" cy="384048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01460" y="260400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+ JUnit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83680" y="2994914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Repetición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periódica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</a:t>
            </a:r>
            <a:r>
              <a:rPr lang="en-US" sz="10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asegurar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</a:t>
            </a:r>
            <a:r>
              <a:rPr lang="en-US" sz="10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estabilidad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</a:t>
            </a:r>
            <a:r>
              <a:rPr lang="en-US" sz="10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995160" y="2590292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44831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Otras herramientas: MySQL Workbench · Maven (mvnw) · Vite · Git / GitHub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Ambiente, Dos Configuraciones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pruebas se ejecutan en local y en producción sin remapear ningún archivo, gracias a variables de entorno.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931920" cy="3108960"/>
          </a:xfrm>
          <a:prstGeom prst="rect">
            <a:avLst/>
          </a:prstGeom>
          <a:solidFill>
            <a:srgbClr val="0D1E10"/>
          </a:solidFill>
          <a:ln w="12700">
            <a:solidFill>
              <a:srgbClr val="16A3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554480"/>
            <a:ext cx="3931920" cy="4572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5544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  LOCAL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1945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E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245059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:5173 — .env.local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2788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E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7240" y="304495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:8080 (mvnw)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7240" y="33832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E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7240" y="36393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/ XAMPP :3306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" y="39776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E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7240" y="42336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application.properties con defaults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1554480"/>
            <a:ext cx="3931920" cy="3108960"/>
          </a:xfrm>
          <a:prstGeom prst="rect">
            <a:avLst/>
          </a:prstGeom>
          <a:solidFill>
            <a:srgbClr val="1E0D00"/>
          </a:solidFill>
          <a:ln w="12700">
            <a:solidFill>
              <a:srgbClr val="EA580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1554480"/>
            <a:ext cx="3931920" cy="45720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63440" y="15544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  PRODUCCIÓN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892040" y="21945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E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92040" y="245059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— .env.production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92040" y="2788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E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92040" y="304495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Railway JVM (deploy automático)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92040" y="33832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E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92040" y="36393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/ Railway :23439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92040" y="39776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E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892040" y="42336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MYSQLHOST/USER/etc. inyectadas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" y="475488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C8E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npm run dev / build cambia la URL automáticamente, sin tocar código  ←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Trazabilidad: Requisitos ↔ Casos de Prueba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uno de los 12 requisitos funcionales del sistema está cubierto por al menos un caso de prueba.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965960" cy="2971800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645920"/>
            <a:ext cx="1965960" cy="457200"/>
          </a:xfrm>
          <a:prstGeom prst="rect">
            <a:avLst/>
          </a:prstGeom>
          <a:solidFill>
            <a:srgbClr val="0056B3"/>
          </a:solidFill>
          <a:ln w="12700">
            <a:solidFill>
              <a:srgbClr val="0056B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459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22402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RF-001 Registrarse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85800" y="2606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RF-002 Iniciar sesión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85800" y="29718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RF-003 Cerrar sesión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85800" y="4251960"/>
            <a:ext cx="1691640" cy="347472"/>
          </a:xfrm>
          <a:prstGeom prst="rect">
            <a:avLst/>
          </a:prstGeom>
          <a:solidFill>
            <a:srgbClr val="0056B3"/>
          </a:solidFill>
          <a:ln w="12700">
            <a:solidFill>
              <a:srgbClr val="0056B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42519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CP-01 a CP-08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651760" y="1645920"/>
            <a:ext cx="1965960" cy="2971800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651760" y="1645920"/>
            <a:ext cx="1965960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6459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Agendamiento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788920" y="22402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RF-004 Agendar servicio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788920" y="2606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RF-005 Confirmar reserva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788920" y="29718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RF-006 Ver historial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788920" y="4251960"/>
            <a:ext cx="169164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88920" y="42519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CP-09 a CP-12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54880" y="1645920"/>
            <a:ext cx="1965960" cy="2971800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54880" y="1645920"/>
            <a:ext cx="1965960" cy="457200"/>
          </a:xfrm>
          <a:prstGeom prst="rect">
            <a:avLst/>
          </a:prstGeom>
          <a:solidFill>
            <a:srgbClr val="9333EA"/>
          </a:solidFill>
          <a:ln w="12700">
            <a:solidFill>
              <a:srgbClr val="9333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0" y="16459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 Perfil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92040" y="22402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RF-007 Ver y editar datos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892040" y="2606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Restricción para admins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892040" y="4251960"/>
            <a:ext cx="1691640" cy="347472"/>
          </a:xfrm>
          <a:prstGeom prst="rect">
            <a:avLst/>
          </a:prstGeom>
          <a:solidFill>
            <a:srgbClr val="9333EA"/>
          </a:solidFill>
          <a:ln w="12700">
            <a:solidFill>
              <a:srgbClr val="9333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92040" y="42519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CP-13 a CP-16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858000" y="1645920"/>
            <a:ext cx="1965960" cy="2971800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858000" y="1645920"/>
            <a:ext cx="1965960" cy="457200"/>
          </a:xfrm>
          <a:prstGeom prst="rect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0" y="16459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Administración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995160" y="22402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RF-008 Panel admin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995160" y="2606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RF-009 Catálogo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995160" y="29718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RF-010 Disponibilidad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995160" y="33375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RF-011 Reservas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995160" y="37033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RF-012 Clientes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995160" y="4251960"/>
            <a:ext cx="1691640" cy="347472"/>
          </a:xfrm>
          <a:prstGeom prst="rect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995160" y="42519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CP-17 a CP-20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48640" y="48463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RF  →  20 CP  →  100% de cobertura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Generales de Ejecución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2560320" cy="2011680"/>
          </a:xfrm>
          <a:prstGeom prst="rect">
            <a:avLst/>
          </a:prstGeom>
          <a:solidFill>
            <a:srgbClr val="141F35"/>
          </a:solidFill>
          <a:ln w="12700">
            <a:solidFill>
              <a:srgbClr val="16A34A"/>
            </a:solidFill>
            <a:prstDash val="solid"/>
          </a:ln>
          <a:effectLst>
            <a:outerShdw blurRad="177800" dist="635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41732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20/20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Prueba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Funcionales (CP)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91840" y="1280160"/>
            <a:ext cx="2560320" cy="2011680"/>
          </a:xfrm>
          <a:prstGeom prst="rect">
            <a:avLst/>
          </a:prstGeom>
          <a:solidFill>
            <a:srgbClr val="141F35"/>
          </a:solidFill>
          <a:ln w="12700">
            <a:solidFill>
              <a:srgbClr val="0056B3"/>
            </a:solidFill>
            <a:prstDash val="solid"/>
          </a:ln>
          <a:effectLst>
            <a:outerShdw blurRad="177800" dist="635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291840" y="141732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056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26/26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291840" y="24688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Verificaciones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 (E-x.x)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35040" y="1280160"/>
            <a:ext cx="2560320" cy="2011680"/>
          </a:xfrm>
          <a:prstGeom prst="rect">
            <a:avLst/>
          </a:prstGeom>
          <a:solidFill>
            <a:srgbClr val="141F35"/>
          </a:solidFill>
          <a:ln w="12700">
            <a:solidFill>
              <a:srgbClr val="EA580C"/>
            </a:solidFill>
            <a:prstDash val="solid"/>
          </a:ln>
          <a:effectLst>
            <a:outerShdw blurRad="177800" dist="635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035040" y="141732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12/12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6035040" y="24688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Funcionales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Cubiertos (RF)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520440"/>
            <a:ext cx="8046720" cy="914400"/>
          </a:xfrm>
          <a:prstGeom prst="rect">
            <a:avLst/>
          </a:prstGeom>
          <a:solidFill>
            <a:srgbClr val="0D2B5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5204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8E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de aprobación  —  Ningún caso en estado NC (No Cumple) o pendiente de revisión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46177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Categorías evaluadas: Interfaz Gráfica · Validación de Datos · Funcionales E2E · Seguridad · Mi Perfil · API/Configuración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Aspectos Destacados de Seguridad y Datos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Validaciones que sostienen la integridad y protección de la información en todo el sistema.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931920" cy="1115568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508760"/>
            <a:ext cx="73152" cy="1115568"/>
          </a:xfrm>
          <a:prstGeom prst="rect">
            <a:avLst/>
          </a:prstGeom>
          <a:solidFill>
            <a:srgbClr val="0056B3"/>
          </a:solidFill>
          <a:ln w="12700">
            <a:solidFill>
              <a:srgbClr val="0056B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709928"/>
            <a:ext cx="365760" cy="365760"/>
          </a:xfrm>
          <a:prstGeom prst="ellipse">
            <a:avLst/>
          </a:prstGeom>
          <a:solidFill>
            <a:srgbClr val="0056B3"/>
          </a:solidFill>
          <a:ln w="12700">
            <a:solidFill>
              <a:srgbClr val="0056B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34440" y="1673352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Contraseñas encriptadas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9808" y="2075688"/>
            <a:ext cx="3547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contraseñas se almacenan con BCrypt, nunca en texto plano.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63440" y="1508760"/>
            <a:ext cx="3931920" cy="1115568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508760"/>
            <a:ext cx="73152" cy="11155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64608" y="1709928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64608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349240" y="1673352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Autenticación con JWT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64608" y="2075688"/>
            <a:ext cx="3547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petición protegida se valida mediante un token firmado.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2761488"/>
            <a:ext cx="3931920" cy="1115568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2761488"/>
            <a:ext cx="73152" cy="1115568"/>
          </a:xfrm>
          <a:prstGeom prst="rect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9808" y="2962656"/>
            <a:ext cx="365760" cy="365760"/>
          </a:xfrm>
          <a:prstGeom prst="ellipse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29626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34440" y="2926080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 restringido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49808" y="3328416"/>
            <a:ext cx="3547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los orígenes autorizados (Vercel y entorno local) consumen la API.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663440" y="2761488"/>
            <a:ext cx="3931920" cy="1115568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63440" y="2761488"/>
            <a:ext cx="73152" cy="111556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64608" y="2962656"/>
            <a:ext cx="365760" cy="36576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64608" y="29626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349240" y="2926080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siempre completo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64608" y="3328416"/>
            <a:ext cx="3547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listado de servicios muestra todos los registros disponibles.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4014216"/>
            <a:ext cx="3931920" cy="1115568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48640" y="4014216"/>
            <a:ext cx="73152" cy="1115568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49808" y="4215384"/>
            <a:ext cx="365760" cy="36576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9808" y="4215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234440" y="4178808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Directorio de clientes preciso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49808" y="4581144"/>
            <a:ext cx="3547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administradores quedan excluidos del listado de clientes.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663440" y="4014216"/>
            <a:ext cx="3931920" cy="1115568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663440" y="4014216"/>
            <a:ext cx="73152" cy="111556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64608" y="4215384"/>
            <a:ext cx="365760" cy="365760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64608" y="4215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5349240" y="4178808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 sin solapamiento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4864608" y="4581144"/>
            <a:ext cx="3547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bloques horarios se generan de forma uniforme y consistente.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731520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13232" y="1335024"/>
            <a:ext cx="438912" cy="438912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3350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25880" y="126187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completa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25880" y="1536192"/>
            <a:ext cx="7040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12 requisitos funcionales (incluyendo Mi Perfil) quedan cubiertos por 20 casos de prueba, con trazabilidad documentada.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057400"/>
            <a:ext cx="8046720" cy="731520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13232" y="2203704"/>
            <a:ext cx="438912" cy="438912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037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25880" y="21305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verificada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25880" y="2404872"/>
            <a:ext cx="7040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verificaciones estándar aprobadas al 100%, sin pendientes.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926080"/>
            <a:ext cx="8046720" cy="731520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13232" y="3072384"/>
            <a:ext cx="438912" cy="438912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30723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25880" y="299923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y datos consistentes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25880" y="3273552"/>
            <a:ext cx="7040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contraseñas, los tokens de sesión y los datos administrativos se validan correctamente en todo el sistema.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794760"/>
            <a:ext cx="8046720" cy="731520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13232" y="3941064"/>
            <a:ext cx="438912" cy="438912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3232" y="39410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325880" y="386791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Ambientes equivalentes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325880" y="4142232"/>
            <a:ext cx="7040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y Railway producen los mismos resultados, validados con la misma suite de pruebas.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5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457200" y="3200400"/>
            <a:ext cx="2286000" cy="2286000"/>
          </a:xfrm>
          <a:prstGeom prst="ellipse">
            <a:avLst/>
          </a:prstGeom>
          <a:solidFill>
            <a:srgbClr val="003D7E">
              <a:alpha val="30000"/>
            </a:srgbClr>
          </a:solidFill>
          <a:ln w="12700">
            <a:solidFill>
              <a:srgbClr val="003D7E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-457200"/>
            <a:ext cx="1828800" cy="1828800"/>
          </a:xfrm>
          <a:prstGeom prst="ellipse">
            <a:avLst/>
          </a:prstGeom>
          <a:solidFill>
            <a:srgbClr val="003D5E">
              <a:alpha val="40000"/>
            </a:srgbClr>
          </a:solidFill>
          <a:ln w="12700">
            <a:solidFill>
              <a:srgbClr val="003D5E">
                <a:alpha val="4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8229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CFD SERVICIOS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914400" y="169164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C8E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Experiencia 3 — Plan de Pruebas completado al 100%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371600" y="2240280"/>
            <a:ext cx="6400800" cy="36576"/>
          </a:xfrm>
          <a:prstGeom prst="rect">
            <a:avLst/>
          </a:prstGeom>
          <a:solidFill>
            <a:srgbClr val="003D7E"/>
          </a:solidFill>
          <a:ln w="12700">
            <a:solidFill>
              <a:srgbClr val="003D7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7432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C8E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¿Preguntas?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1371600" y="4114800"/>
            <a:ext cx="3017520" cy="640080"/>
          </a:xfrm>
          <a:prstGeom prst="rect">
            <a:avLst/>
          </a:prstGeom>
          <a:solidFill>
            <a:srgbClr val="0D1B35"/>
          </a:solidFill>
          <a:ln w="12700">
            <a:solidFill>
              <a:srgbClr val="003D7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481328" y="4224528"/>
            <a:ext cx="420624" cy="420624"/>
          </a:xfrm>
          <a:prstGeom prst="ellipse">
            <a:avLst/>
          </a:prstGeom>
          <a:solidFill>
            <a:srgbClr val="003D7E"/>
          </a:solidFill>
          <a:ln w="12700">
            <a:solidFill>
              <a:srgbClr val="003D7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81328" y="42245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FZ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011680" y="41148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Fernando Zárate Martínez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846320" y="4114800"/>
            <a:ext cx="3017520" cy="640080"/>
          </a:xfrm>
          <a:prstGeom prst="rect">
            <a:avLst/>
          </a:prstGeom>
          <a:solidFill>
            <a:srgbClr val="0D1B35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956048" y="4224528"/>
            <a:ext cx="420624" cy="42062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56048" y="42245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0" y="41148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 Avendaño Campos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TPY1101 — Taller Aplicado de Programación  ·  Duoc UC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852</Words>
  <Application>Microsoft Office PowerPoint</Application>
  <PresentationFormat>Presentación en pantalla (16:9)</PresentationFormat>
  <Paragraphs>171</Paragraphs>
  <Slides>11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CFD Servicios — Experiencia 3: Plan de Pruebas</dc:title>
  <dc:subject>PptxGenJS Presentation</dc:subject>
  <dc:creator>Fernando Zárate / Gabriel Avendaño</dc:creator>
  <cp:lastModifiedBy>haya kawa</cp:lastModifiedBy>
  <cp:revision>1</cp:revision>
  <dcterms:created xsi:type="dcterms:W3CDTF">2026-06-18T01:36:52Z</dcterms:created>
  <dcterms:modified xsi:type="dcterms:W3CDTF">2026-06-18T02:43:08Z</dcterms:modified>
</cp:coreProperties>
</file>