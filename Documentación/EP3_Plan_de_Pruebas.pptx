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a kawa" userId="1040dc8ff0749340" providerId="LiveId" clId="{1F944149-A950-47A0-9619-2A7724F2C948}"/>
    <pc:docChg chg="undo custSel delSld modSld">
      <pc:chgData name="haya kawa" userId="1040dc8ff0749340" providerId="LiveId" clId="{1F944149-A950-47A0-9619-2A7724F2C948}" dt="2026-06-18T02:39:53.195" v="40" actId="478"/>
      <pc:docMkLst>
        <pc:docMk/>
      </pc:docMkLst>
      <pc:sldChg chg="delSp modSp mod">
        <pc:chgData name="haya kawa" userId="1040dc8ff0749340" providerId="LiveId" clId="{1F944149-A950-47A0-9619-2A7724F2C948}" dt="2026-06-18T02:39:27.646" v="38" actId="14100"/>
        <pc:sldMkLst>
          <pc:docMk/>
          <pc:sldMk cId="0" sldId="257"/>
        </pc:sldMkLst>
        <pc:spChg chg="mod">
          <ac:chgData name="haya kawa" userId="1040dc8ff0749340" providerId="LiveId" clId="{1F944149-A950-47A0-9619-2A7724F2C948}" dt="2026-06-18T02:39:27.646" v="38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12.097" v="27"/>
          <ac:spMkLst>
            <pc:docMk/>
            <pc:sldMk cId="0" sldId="257"/>
            <ac:spMk id="23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38:18.915" v="29" actId="478"/>
          <ac:spMkLst>
            <pc:docMk/>
            <pc:sldMk cId="0" sldId="257"/>
            <ac:spMk id="24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39:01.710" v="36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1.545" v="30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5.873" v="31" actId="478"/>
          <ac:spMkLst>
            <pc:docMk/>
            <pc:sldMk cId="0" sldId="257"/>
            <ac:spMk id="27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9.167" v="32" actId="478"/>
          <ac:spMkLst>
            <pc:docMk/>
            <pc:sldMk cId="0" sldId="257"/>
            <ac:spMk id="28" creationId="{00000000-0000-0000-0000-000000000000}"/>
          </ac:spMkLst>
        </pc:spChg>
      </pc:sldChg>
      <pc:sldChg chg="delSp modSp mod">
        <pc:chgData name="haya kawa" userId="1040dc8ff0749340" providerId="LiveId" clId="{1F944149-A950-47A0-9619-2A7724F2C948}" dt="2026-06-18T02:32:50.348" v="25" actId="1076"/>
        <pc:sldMkLst>
          <pc:docMk/>
          <pc:sldMk cId="0" sldId="260"/>
        </pc:sldMkLst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5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35.857" v="21" actId="107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0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28.144" v="19" actId="1076"/>
          <ac:spMkLst>
            <pc:docMk/>
            <pc:sldMk cId="0" sldId="260"/>
            <ac:spMk id="2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39.949" v="22" actId="1076"/>
          <ac:spMkLst>
            <pc:docMk/>
            <pc:sldMk cId="0" sldId="260"/>
            <ac:spMk id="23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2.308" v="3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3.112" v="4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haya kawa" userId="1040dc8ff0749340" providerId="LiveId" clId="{1F944149-A950-47A0-9619-2A7724F2C948}" dt="2026-06-18T02:30:07.353" v="11" actId="478"/>
          <ac:spMkLst>
            <pc:docMk/>
            <pc:sldMk cId="0" sldId="260"/>
            <ac:spMk id="26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29:55.376" v="6" actId="478"/>
          <ac:spMkLst>
            <pc:docMk/>
            <pc:sldMk cId="0" sldId="260"/>
            <ac:spMk id="27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6.538" v="7" actId="478"/>
          <ac:spMkLst>
            <pc:docMk/>
            <pc:sldMk cId="0" sldId="260"/>
            <ac:spMk id="2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0:06.057" v="10" actId="6549"/>
          <ac:spMkLst>
            <pc:docMk/>
            <pc:sldMk cId="0" sldId="260"/>
            <ac:spMk id="29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29:59.376" v="9" actId="478"/>
          <ac:spMkLst>
            <pc:docMk/>
            <pc:sldMk cId="0" sldId="260"/>
            <ac:spMk id="30" creationId="{00000000-0000-0000-0000-000000000000}"/>
          </ac:spMkLst>
        </pc:spChg>
      </pc:sldChg>
      <pc:sldChg chg="del">
        <pc:chgData name="haya kawa" userId="1040dc8ff0749340" providerId="LiveId" clId="{1F944149-A950-47A0-9619-2A7724F2C948}" dt="2026-06-18T02:37:53.398" v="26" actId="47"/>
        <pc:sldMkLst>
          <pc:docMk/>
          <pc:sldMk cId="0" sldId="265"/>
        </pc:sldMkLst>
      </pc:sldChg>
      <pc:sldChg chg="addSp delSp mod">
        <pc:chgData name="haya kawa" userId="1040dc8ff0749340" providerId="LiveId" clId="{1F944149-A950-47A0-9619-2A7724F2C948}" dt="2026-06-18T02:39:53.195" v="40" actId="478"/>
        <pc:sldMkLst>
          <pc:docMk/>
          <pc:sldMk cId="0" sldId="267"/>
        </pc:sldMkLst>
        <pc:spChg chg="add del">
          <ac:chgData name="haya kawa" userId="1040dc8ff0749340" providerId="LiveId" clId="{1F944149-A950-47A0-9619-2A7724F2C948}" dt="2026-06-18T02:39:53.195" v="40" actId="478"/>
          <ac:spMkLst>
            <pc:docMk/>
            <pc:sldMk cId="0" sldId="267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03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2926080" cy="2926080"/>
          </a:xfrm>
          <a:prstGeom prst="ellipse">
            <a:avLst/>
          </a:prstGeom>
          <a:solidFill>
            <a:srgbClr val="003D7E">
              <a:alpha val="40000"/>
            </a:srgbClr>
          </a:solidFill>
          <a:ln w="12700">
            <a:solidFill>
              <a:srgbClr val="003D7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7406640" y="-914400"/>
            <a:ext cx="2377440" cy="2377440"/>
          </a:xfrm>
          <a:prstGeom prst="ellipse">
            <a:avLst/>
          </a:prstGeom>
          <a:solidFill>
            <a:srgbClr val="003D5E">
              <a:alpha val="45000"/>
            </a:srgbClr>
          </a:solidFill>
          <a:ln w="12700">
            <a:solidFill>
              <a:srgbClr val="003D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D1B35"/>
          </a:solidFill>
          <a:ln w="19050">
            <a:solidFill>
              <a:srgbClr val="C8E60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7132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400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3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— CFD Servicios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4023360" cy="658368"/>
          </a:xfrm>
          <a:prstGeom prst="rect">
            <a:avLst/>
          </a:prstGeom>
          <a:solidFill>
            <a:srgbClr val="0D1B35"/>
          </a:solidFill>
          <a:ln w="12700">
            <a:solidFill>
              <a:srgbClr val="003D7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713232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Zárate Martínez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 / Frontend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3977640"/>
            <a:ext cx="3840480" cy="658368"/>
          </a:xfrm>
          <a:prstGeom prst="rect">
            <a:avLst/>
          </a:prstGeom>
          <a:solidFill>
            <a:srgbClr val="0D1B35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4919472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Avendaño Campos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 Backend / DBA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7731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TPY1101 — Taller Aplicado de Programación  ·  Duoc UC 2026  ·  20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9640" y="607060"/>
            <a:ext cx="41625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hablaremos hoy?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9872" y="1793240"/>
            <a:ext cx="420624" cy="420624"/>
          </a:xfrm>
          <a:prstGeom prst="ellipse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499872" y="179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6800" y="181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 Servicios — recordatorio rápido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9872" y="2360168"/>
            <a:ext cx="420624" cy="420624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499872" y="236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6800" y="23784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 del Plan de Pruebas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9872" y="2927096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99872" y="292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6800" y="29453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Estrategia, herramientas y ambientes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9872" y="3494024"/>
            <a:ext cx="420624" cy="420624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99872" y="3494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6800" y="35123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de requisitos vs. casos de prueba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97552" y="1793240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797552" y="179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64480" y="181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20 casos funcionales + 26 verificaciones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97552" y="2360168"/>
            <a:ext cx="420624" cy="420624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4797552" y="236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64480" y="23784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destacados de seguridad y datos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97552" y="2927096"/>
            <a:ext cx="420624" cy="420624"/>
          </a:xfrm>
          <a:prstGeom prst="ellipse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4797552" y="292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64480" y="29453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Recordatorio: ¿qué es CFD Servicios?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Fullstack de agendamiento de servicios de limpieza profesional, que reemplazó el sitio informativo estático por un sistema transaccional.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548640" cy="54864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3474720" y="20574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60350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6217920" y="2057400"/>
            <a:ext cx="548640" cy="54864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9456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Login, Registro,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194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747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Java 17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JWT, BCrypt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194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179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(backend + BD)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solidFill>
            <a:srgbClr val="0D1B35"/>
          </a:solidFill>
          <a:ln w="12700">
            <a:solidFill>
              <a:srgbClr val="0D1B3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5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EP1 y EP2: producto funcional al 100% — 15/15 funcionalidades · 26/26 pruebas aprobadas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 del Plan de Pruebas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8046720" cy="914400"/>
          </a:xfrm>
          <a:prstGeom prst="rect">
            <a:avLst/>
          </a:prstGeom>
          <a:solidFill>
            <a:srgbClr val="EBF3FF"/>
          </a:solidFill>
          <a:ln w="12700">
            <a:solidFill>
              <a:srgbClr val="D6E4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CFD Servicios cumple sus requisitos funcionales y de seguridad en ambos ambientes (local y producción).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alcance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Autenticación: registro, login, logout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08152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Agendamiento: disponibilidad y reservas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Panel administrativo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84962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Configuración multi-ambiente (.env)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alcance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6974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Pruebas de carga / estrés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97963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Integración con pasarelas de pago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Documentos: Plan de Pruebas Funcionales (Word) + Planilla de Casos de Prueba (Excel)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25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Pruebas </a:t>
            </a:r>
            <a:r>
              <a:rPr lang="en-US" sz="28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</a:t>
            </a:r>
            <a:r>
              <a:rPr lang="en-US" sz="28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554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1188720" y="1374140"/>
            <a:ext cx="685800" cy="68580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1188720" y="13741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513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590292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685800" y="25902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5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Mockito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30657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negocio aislada (ReservaService, DisponibilidadService)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55670" y="112268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 dirty="0"/>
          </a:p>
        </p:txBody>
      </p:sp>
      <p:sp>
        <p:nvSpPr>
          <p:cNvPr id="11" name="Shape 9"/>
          <p:cNvSpPr/>
          <p:nvPr/>
        </p:nvSpPr>
        <p:spPr>
          <a:xfrm>
            <a:off x="4095750" y="1351280"/>
            <a:ext cx="685800" cy="6858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4095750" y="1351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7110" y="2128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92830" y="2567432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3592830" y="256743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+ Swagger UI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92830" y="30429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endpoints REST con códigos HTTP esperados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18580" y="112268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7063740" y="1424432"/>
            <a:ext cx="685800" cy="6858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7063740" y="142976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555740" y="2192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55740" y="2597150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6601460" y="260400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 JUnit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2994914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Repetición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asegurar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95160" y="25902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4831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herramientas: MySQL Workbench · Maven (mvnw) · Vite · Git / GitHub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Ambiente, Dos Configuraciones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se ejecutan en local y en producción sin remapear ningún archivo, gracias a variables de entorno.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3108960"/>
          </a:xfrm>
          <a:prstGeom prst="rect">
            <a:avLst/>
          </a:prstGeom>
          <a:solidFill>
            <a:srgbClr val="0D1E10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LOCAL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:5173 — .env.local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044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:8080 (mvnw)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639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XAMPP :3306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233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application.properties con defaults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554480"/>
            <a:ext cx="3931920" cy="3108960"/>
          </a:xfrm>
          <a:prstGeom prst="rect">
            <a:avLst/>
          </a:prstGeom>
          <a:solidFill>
            <a:srgbClr val="1E0D00"/>
          </a:solidFill>
          <a:ln w="12700">
            <a:solidFill>
              <a:srgbClr val="EA580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PRODUCCIÓN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— .env.production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044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JVM (deploy automático)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3639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Railway :23439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977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4233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MYSQLHOST/USER/etc. inyectadas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npm run dev / build cambia la URL automáticamente, sin tocar código  ←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Requisitos ↔ Casos de Prueba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de los 12 requisitos funcionales del sistema está cubierto por al menos un caso de prueba.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965960" cy="457200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RF-001 Registrarse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RF-002 Iniciar sesión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RF-003 Cerrar sesión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4251960"/>
            <a:ext cx="1691640" cy="347472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68580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CP-01 a CP-08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2651760" y="164592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265176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Agendamiento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RF-004 Agendar servicio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78892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RF-005 Confirmar reserva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RF-006 Ver historial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4251960"/>
            <a:ext cx="16916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278892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CP-09 a CP-12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4754880" y="1645920"/>
            <a:ext cx="196596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475488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Perfil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RF-007 Ver y editar datos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Restricción para </a:t>
            </a:r>
            <a:r>
              <a:rPr lang="en-US" sz="9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92040" y="4251960"/>
            <a:ext cx="1691640" cy="347472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89204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CP-13 a CP-16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6858000" y="1645920"/>
            <a:ext cx="1965960" cy="45720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85800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951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RF-008 Panel admin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9516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RF-009 Catálogo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9516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RF-010 Disponibilidad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995160" y="3337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RF-011 Reservas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95160" y="3703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RF-012 Clientes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995160" y="4251960"/>
            <a:ext cx="1691640" cy="347472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699516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CP-17 a CP-20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RF  →  20 CP  →  100% de cobertura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Generales de Ejecución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16A34A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 (CP)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0056B3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32918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5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918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Verificaciones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(E-x.x)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EA580C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60350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0350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Cubiertos (RF)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solidFill>
            <a:srgbClr val="0D2B5E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aprobación  —  Ningún caso en estado NC (No Cumple) o pendiente de revisión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evaluadas: Interfaz Gráfica · Validación de Datos · Funcionales E2E · Seguridad · Mi Perfil · API/Configuración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Destacados de Seguridad y Datos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que sostienen la integridad y protección de la información en todo el sistema.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73152" cy="1115568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749808" y="1709928"/>
            <a:ext cx="365760" cy="36576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74980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6733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encriptadas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7568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 se almacenan con BCrypt, nunca en texto plano.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73152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864608" y="17099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86460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16733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con JWT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207568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petición protegida se valida mediante un token firmado.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761488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548640" y="2761488"/>
            <a:ext cx="73152" cy="1115568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749808" y="2962656"/>
            <a:ext cx="365760" cy="36576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749808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restringido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33284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orígenes autorizados (Vercel y entorno local) consumen la API.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2761488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Shape 21"/>
          <p:cNvSpPr/>
          <p:nvPr/>
        </p:nvSpPr>
        <p:spPr>
          <a:xfrm>
            <a:off x="4663440" y="2761488"/>
            <a:ext cx="73152" cy="11155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4864608" y="2962656"/>
            <a:ext cx="365760" cy="3657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4864608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49240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siempre completo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64608" y="33284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listado de servicios muestra todos los registros disponibles.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014216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Shape 27"/>
          <p:cNvSpPr/>
          <p:nvPr/>
        </p:nvSpPr>
        <p:spPr>
          <a:xfrm>
            <a:off x="548640" y="4014216"/>
            <a:ext cx="73152" cy="11155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Shape 28"/>
          <p:cNvSpPr/>
          <p:nvPr/>
        </p:nvSpPr>
        <p:spPr>
          <a:xfrm>
            <a:off x="749808" y="4215384"/>
            <a:ext cx="365760" cy="3657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74980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4178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clientes preciso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5811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administradores quedan excluidos del listado de clientes.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63440" y="4014216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5" name="Shape 33"/>
          <p:cNvSpPr/>
          <p:nvPr/>
        </p:nvSpPr>
        <p:spPr>
          <a:xfrm>
            <a:off x="4663440" y="4014216"/>
            <a:ext cx="73152" cy="11155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Shape 34"/>
          <p:cNvSpPr/>
          <p:nvPr/>
        </p:nvSpPr>
        <p:spPr>
          <a:xfrm>
            <a:off x="4864608" y="4215384"/>
            <a:ext cx="365760" cy="36576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486460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349240" y="4178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sin solapamiento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864608" y="45811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bloques horarios se generan de forma uniforme y consistente.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713232" y="133502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713232" y="1335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2618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5361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requisitos funcionales (incluyendo Mi Perfil) quedan cubiertos por 20 casos de prueba, con trazabilidad documentada.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713232" y="220370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713232" y="2203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1305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verificada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80" y="240487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verificaciones estándar aprobadas al 100%, sin pendientes.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713232" y="307238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713232" y="30723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299923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datos consistentes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32735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contraseñas, los tokens de sesión y los datos administrativos se validan correctamente en todo el sistema.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713232" y="394106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713232" y="3941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38679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equivalentes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414223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y Railway producen los mismos resultados, validados con la misma suite de pruebas.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03D7E">
              <a:alpha val="30000"/>
            </a:srgbClr>
          </a:solidFill>
          <a:ln w="12700">
            <a:solidFill>
              <a:srgbClr val="003D7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003D5E">
              <a:alpha val="40000"/>
            </a:srgbClr>
          </a:solidFill>
          <a:ln w="12700">
            <a:solidFill>
              <a:srgbClr val="003D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 SERVICIOS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3 — Plan de Pruebas completado al 100%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2240280"/>
            <a:ext cx="6400800" cy="36576"/>
          </a:xfrm>
          <a:prstGeom prst="rect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1371600" y="4114800"/>
            <a:ext cx="3017520" cy="640080"/>
          </a:xfrm>
          <a:prstGeom prst="rect">
            <a:avLst/>
          </a:prstGeom>
          <a:solidFill>
            <a:srgbClr val="0D1B35"/>
          </a:solidFill>
          <a:ln w="12700">
            <a:solidFill>
              <a:srgbClr val="003D7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1481328" y="4224528"/>
            <a:ext cx="420624" cy="420624"/>
          </a:xfrm>
          <a:prstGeom prst="ellipse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1481328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Zárate Martínez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4114800"/>
            <a:ext cx="3017520" cy="640080"/>
          </a:xfrm>
          <a:prstGeom prst="rect">
            <a:avLst/>
          </a:prstGeom>
          <a:solidFill>
            <a:srgbClr val="0D1B35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4956048" y="4224528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4956048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Avendaño Campos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TPY1101 — Taller Aplicado de Programación  ·  Duoc UC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840</Words>
  <Application>Microsoft Office PowerPoint</Application>
  <PresentationFormat>Presentación en pantalla (16:9)</PresentationFormat>
  <Paragraphs>169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CFD Servicios — Experiencia 3: Plan de Pruebas</dc:title>
  <dc:subject>PptxGenJS Presentation</dc:subject>
  <dc:creator>Fernando Zárate / Gabriel Avendaño</dc:creator>
  <cp:lastModifiedBy>Gabriel Avendaño C.</cp:lastModifiedBy>
  <cp:revision>4</cp:revision>
  <dcterms:created xsi:type="dcterms:W3CDTF">2026-06-18T01:36:52Z</dcterms:created>
  <dcterms:modified xsi:type="dcterms:W3CDTF">2026-06-18T18:40:40Z</dcterms:modified>
</cp:coreProperties>
</file>